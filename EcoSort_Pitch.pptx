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914400"/>
            <a:ext cx="3291840" cy="3291840"/>
          </a:xfrm>
          <a:prstGeom prst="ellipse">
            <a:avLst/>
          </a:prstGeom>
          <a:solidFill>
            <a:srgbClr val="00D9FF">
              <a:alpha val="10000"/>
            </a:srgbClr>
          </a:solidFill>
          <a:ln w="12700">
            <a:solidFill>
              <a:srgbClr val="00D9FF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371600"/>
            <a:ext cx="2377440" cy="2377440"/>
          </a:xfrm>
          <a:prstGeom prst="ellipse">
            <a:avLst/>
          </a:prstGeom>
          <a:solidFill>
            <a:srgbClr val="00D9FF">
              <a:alpha val="14000"/>
            </a:srgbClr>
          </a:solidFill>
          <a:ln w="12700">
            <a:solidFill>
              <a:srgbClr val="00D9FF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0" y="1828800"/>
            <a:ext cx="1463040" cy="1463040"/>
          </a:xfrm>
          <a:prstGeom prst="ellipse">
            <a:avLst/>
          </a:prstGeom>
          <a:solidFill>
            <a:srgbClr val="00D9FF">
              <a:alpha val="18000"/>
            </a:srgbClr>
          </a:solidFill>
          <a:ln w="12700">
            <a:solidFill>
              <a:srgbClr val="00D9FF">
                <a:alpha val="4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594360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EcoSort AI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On-device waste segregation and impact analysis on Snapdragon PCs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Sort smarter. Run local.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891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Abdul Raheem F.  |  B.Tech AI &amp; Data Science, K. Ramakrishnan College of Technology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Snapdragon AI Lab Build &amp; Present Challenge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Sorting waste is harder than it looks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Wrong bin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4320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misplaced item can contaminate a whole batch of recycling.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69164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1691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286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Cloud dependence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74320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Most sorting apps need internet and add a round trip for every photo.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463040"/>
            <a:ext cx="2514600" cy="2651760"/>
          </a:xfrm>
          <a:prstGeom prst="roundRect">
            <a:avLst>
              <a:gd name="adj" fmla="val 3636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69164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691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28600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Privacy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743200"/>
            <a:ext cx="2103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Camera images get uploaded to servers the user never sees.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Sorting needs to be instant, offline, and private.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Point at waste. Get the bin and the impact.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97680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Classifies an item from a webcam frame or a photo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Says which bin it goes in, with a confidence score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Estimates the carbon impact of sorting it correctly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Adds recycling center map, leaderboard and a chat assistant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12080" y="128016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40680" y="14630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Illustrative result card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40680" y="18288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0F1419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23560" y="19659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Category: Plastic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Confidence: shown per item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0680" y="2926080"/>
            <a:ext cx="2926080" cy="548640"/>
          </a:xfrm>
          <a:prstGeom prst="roundRect">
            <a:avLst>
              <a:gd name="adj" fmla="val 13333"/>
            </a:avLst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0680" y="292608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Bin: recycling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370332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Eco impact score and EPA WARM based estimate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it works, entirely on the laptop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" y="173736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696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286000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Camera or upload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10312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194560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8336" y="173736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88336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286000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Resize and normalize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10312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886200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9976" y="173736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79976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286000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NPU classifier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10312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577840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71616" y="173736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71616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2286000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Impact lookup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10312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269480" y="1554480"/>
            <a:ext cx="1371600" cy="1554480"/>
          </a:xfrm>
          <a:prstGeom prst="roundRect">
            <a:avLst>
              <a:gd name="adj" fmla="val 6667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63256" y="173736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63256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2286000"/>
            <a:ext cx="11887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Local Flask API  |  React UI  |  SQLite  |  EPA WARM emission lookup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cloud calls. No image leaves the device.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Built for Snapdragon with AI Hub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Compile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MobileNetV3-Large exported to ONNX and compiled for Snapdragon X on AI Hub.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463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Profile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202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 Hub profile job checks per-layer runtime before the model touches my laptop.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514600" cy="1737360"/>
          </a:xfrm>
          <a:prstGeom prst="roundRect">
            <a:avLst>
              <a:gd name="adj" fmla="val 5263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92024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ONNX Runtime with the QNN execution provider on the NPU, CPU as fallback.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383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0D9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3.4ms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NPU latency per image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383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0D9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12.3ms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02336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CPU latency per image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383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00D9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9.8MB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402336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Measured on my Snapdragon laptop with the benchmark script in the repo.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Where it helps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Schools and campuses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57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Teach correct sorting with instant feedback and a class leaderboard.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92040" y="160020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6002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6002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Offices and facilities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057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Cut contamination at shared bins without extra hardware.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246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Low-connectivity places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70332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Works fully offline after setup, so no signal is needed.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2040" y="324612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32461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246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Privacy by design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70332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Photos are processed on the device and never uploaded.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5F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What comes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35331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Multi-object detection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73736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Sort several items in one frame.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774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35915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Regional bin rules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7432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Match local recycling regulations.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41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364992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 companion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4904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Sync scores and history from a phone.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12801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1A2430"/>
          </a:solidFill>
          <a:ln w="9525">
            <a:solidFill>
              <a:srgbClr val="2A394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94960" y="150876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F5F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Abdul Raheem F.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96596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Final-year B.Tech, Artificial Intelligence &amp; Data Science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60604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FB0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K. Ramakrishnan College of Technology, Trichy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2918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github.com/abdulraheem2006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00D9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2220</Words>
  <Application>WPS Presentation</Application>
  <PresentationFormat>On-screen Show (16:9)</PresentationFormat>
  <Paragraphs>167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9" baseType="lpstr">
      <vt:lpstr>Arial</vt:lpstr>
      <vt:lpstr>SimSun</vt:lpstr>
      <vt:lpstr>Wingdings</vt:lpstr>
      <vt:lpstr>Cambria</vt:lpstr>
      <vt:lpstr>Cambria</vt:lpstr>
      <vt:lpstr>Cambria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EcoSort AI</dc:title>
  <dc:creator>PptxGenJS</dc:creator>
  <dc:subject>PptxGenJS Presentation</dc:subject>
  <cp:lastModifiedBy>RAHIM</cp:lastModifiedBy>
  <cp:revision>2</cp:revision>
  <dcterms:created xsi:type="dcterms:W3CDTF">2026-09-28T05:55:00Z</dcterms:created>
  <dcterms:modified xsi:type="dcterms:W3CDTF">2026-09-28T06:08:21Z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9AC144116958469492AACD7E5EA30E67_12</vt:lpwstr>
  </property>
  <property fmtid="{D5CDD505-2E9C-101B-9397-08002B2CF9AE}" pid="3" name="KSOProductBuildVer">
    <vt:lpwstr>1033-12.1.0.28485</vt:lpwstr>
  </property>
</Properties>
</file>