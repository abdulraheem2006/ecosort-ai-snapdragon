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914400"/>
            <a:ext cx="3291840" cy="3291840"/>
          </a:xfrm>
          <a:prstGeom prst="ellipse">
            <a:avLst/>
          </a:prstGeom>
          <a:solidFill>
            <a:srgbClr val="00D9FF">
              <a:alpha val="10000"/>
            </a:srgbClr>
          </a:solidFill>
          <a:ln w="1270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371600"/>
            <a:ext cx="2377440" cy="2377440"/>
          </a:xfrm>
          <a:prstGeom prst="ellipse">
            <a:avLst/>
          </a:prstGeom>
          <a:solidFill>
            <a:srgbClr val="00D9FF">
              <a:alpha val="14000"/>
            </a:srgbClr>
          </a:solidFill>
          <a:ln w="1270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828800"/>
            <a:ext cx="1463040" cy="1463040"/>
          </a:xfrm>
          <a:prstGeom prst="ellipse">
            <a:avLst/>
          </a:prstGeom>
          <a:solidFill>
            <a:srgbClr val="00D9FF">
              <a:alpha val="18000"/>
            </a:srgbClr>
          </a:solidFill>
          <a:ln w="12700">
            <a:solidFill>
              <a:srgbClr val="00D9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EcoSort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waste segregation and impact analysis on Snapdragon PCs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smarter. Run local.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Raheem F.  |  B.Tech AI &amp; Data Science, K. Ramakrishnan College of Technology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AI Lab Build &amp; Present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waste is harder than it looks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misplaced item can contaminate a whole batch of recycling.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sorting apps need internet and add a round trip for every photo.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images get uploaded to servers the user never sees.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needs to be instant, offline, and private.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at waste. Get the bin and the impact.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an item from a webcam frame or a photo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which bin it goes in, with a confidence score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carbon impact of sorting it correctly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recycling center map, leaderboard and a chat assistant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0" y="12801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406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result card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40680" y="18288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0F1419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Plastic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shown per item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29260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Bin: recycling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impact score and EPA WARM based estimate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entirely on the laptop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" y="173736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upload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173736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normalize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8620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173736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997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classifier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7784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73736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716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lookup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6948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63256" y="173736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632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Flask API  |  React UI  |  SQLite  |  EPA WARM emission lookup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calls. No image leaves the device.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Snapdragon with AI 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MobileNetV3-Large exported to ONNX and compiled for Snapdragon X on AI Hub.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 profile job checks per-layer runtime before the model touches my laptop.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with the QNN execution provider on the NPU, CPU as fallback.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 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latency per image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 ms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latency per image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 MB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023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my Snapdragon laptop with the benchmark script in the repo.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helps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campuses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correct sorting with instant feedback and a class leaderboard.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60020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and facilities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contamination at shared bins without extra hardware.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Low-connectivity places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after setup, so no signal is needed.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processed on the device and never uploaded.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detection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several items in one frame.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bin rules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local recycling regulations.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64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scores and history from a phone.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2801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A2430"/>
          </a:solidFill>
          <a:ln w="9525">
            <a:solidFill>
              <a:srgbClr val="2A39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Raheem F.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B.Tech, Artificial Intelligence &amp; Data Science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Ramakrishnan College of Technology, Trichy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github.com/abdulraheem2006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EcoSort AI</dc:title>
  <dc:subject>PptxGenJS Presentation</dc:subject>
  <dc:creator>PptxGenJS</dc:creator>
  <cp:lastModifiedBy>PptxGenJS</cp:lastModifiedBy>
  <cp:revision>1</cp:revision>
  <dcterms:created xsi:type="dcterms:W3CDTF">2026-09-28T05:55:12Z</dcterms:created>
  <dcterms:modified xsi:type="dcterms:W3CDTF">2026-09-28T05:55:12Z</dcterms:modified>
</cp:coreProperties>
</file>